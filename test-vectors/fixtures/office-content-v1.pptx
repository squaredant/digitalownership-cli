
<file path=[Content_Types].xml><?xml version="1.0" encoding="utf-8"?>
<Types/>
</file>

<file path=ppt/presentation.xml><?xml version="1.0" encoding="utf-8"?>
<presentation>DigitalOwnership vector PPTX</presentation>
</file>

<file path=ppt/slides/slide1.xml><?xml version="1.0" encoding="utf-8"?>
<slide>Slide 1</slide>
</file>